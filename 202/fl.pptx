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353F849-F246-E3DB-B197-DF9FC7C2E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4837A57-4647-2BE4-329B-1B3DAE765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9FEE764-9B25-8E2F-8489-A43D5108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BF25CBB-870D-7496-6A84-ED84BDD5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A33603CB-027E-5634-7D89-82CAA84D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4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294500B-4CE7-3E98-3E6B-1CA4D168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5733F50-3EFA-6BD5-9940-FA648076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3AAAB2A-3A5F-F2CE-5E73-1C754838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397678B-E769-7EFD-1673-AA3EAE4F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5CC8799-62DD-35CA-959B-2FCDF84E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4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EA1BE51-DE62-5963-6E16-1511E00A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9AA77731-4FBE-4C18-8465-3E45EA6BF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699544C-6EA8-3CFB-F754-ADC888D6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43F2C9F8-CCCD-07C0-EC11-64ACE6E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3B58B56E-9F5D-7E2B-03FC-E8EDCA14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0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573447D-E00D-2701-B3A2-7009D813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A278AB3-22E6-DFFF-934E-C48FEEDB2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4C2DAFAE-40EF-F6E7-7071-9F2ADD401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42764C4-D6C2-545D-15C0-EABDEAD1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10D694AC-08AA-7D01-504D-0FA82CDF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5B2F4782-5BF6-9997-573C-B4BE0689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1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F5337E6-2417-3DF4-B73C-DF052075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531DB02-0DFD-39F8-705C-1914312E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70434FC4-8362-7ECC-69AE-F958E186F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C69976AA-4B9E-55E7-C1E6-D6F2E35E2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8A14475-A877-02C1-E369-0F073E4BF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D2418D7D-5F0A-15C6-E81E-FED6479A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0863A5FA-ACF3-85D5-F68B-A61800CA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03C86CDC-8962-2999-B63F-EB797EC1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B79E6A3-DE88-30CC-AAE1-25899B53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8EBB34FD-485D-0D66-A5FE-97015137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BF56231F-1C6B-4A76-E3AF-74B4D217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EBBF600F-90D5-0A7E-5054-12E39711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1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955E844E-0869-9249-D6B8-5999AD54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36B95021-EB78-A22F-6F52-653DA896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F0C88E4-8ED0-41DB-1A0B-B18393D6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7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469908D-5200-FB8E-8897-2A626791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D95CD3BF-2886-E1B0-0902-115A92C74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C040E6C-E259-0664-09F3-5110B35D2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1D067FD-41DE-DBDB-DA1D-13777C4C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91785364-3874-299F-D003-D57BAC36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F02B421-E237-CD8B-8B66-C6D37717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9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7000F4B-4F01-F6AA-BC16-777B5FC9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AAA29F66-853B-99EB-9952-54B33A9D8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FF769E30-E07C-67DF-1A00-3A2B73A99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B653931-6F02-EA7A-989C-04524542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1B3DAE3-EB95-4BB3-920D-13329911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554A77A-A067-1EED-45A7-6A708399B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7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05DD049-B716-52E8-43F7-E1BB175D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8BFD1F02-80EF-2F5E-C566-3FCC11391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DA54DFB-8AE3-C1E1-8FC4-025F13A1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5ACD310-114A-0685-C240-D5BD8EF7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26523EB-A016-0CA9-42C0-1213E7B4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65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240088B6-7C84-C5A3-F5B0-FD680BA3E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E90D8F6B-EC8B-6E67-599D-E77716CDA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1C0EBA0-08F7-D1EA-7E09-BA19A1CB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2438679-19FD-7DBA-F009-A701FEAD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EEF544E-44A0-9756-4D7C-54D54C57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6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4E3F48E7-2235-74AE-21A2-8CEAD0D8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D2F19E4C-F4D8-7338-DB98-4991C2474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9BF1577-AF73-2BF5-2195-59E38E225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FA86-DAF9-44FB-883A-6D926567E71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551220F-0ED9-5EBE-F425-DC74EB4B5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300F811-069E-6BBD-461A-ABCC8B764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974CE-5AB1-4383-B230-28B28534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75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AF91E8B0-18A1-6658-B75B-9384C22076A4}"/>
              </a:ext>
            </a:extLst>
          </p:cNvPr>
          <p:cNvSpPr/>
          <p:nvPr/>
        </p:nvSpPr>
        <p:spPr>
          <a:xfrm>
            <a:off x="4553981" y="131799"/>
            <a:ext cx="206586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3" name="สี่เหลี่ยมผืนผ้า: มุมมน 12">
            <a:extLst>
              <a:ext uri="{FF2B5EF4-FFF2-40B4-BE49-F238E27FC236}">
                <a16:creationId xmlns:a16="http://schemas.microsoft.com/office/drawing/2014/main" id="{DC17E86C-A4ED-2CF2-6FBF-490CE752F8CD}"/>
              </a:ext>
            </a:extLst>
          </p:cNvPr>
          <p:cNvSpPr/>
          <p:nvPr/>
        </p:nvSpPr>
        <p:spPr>
          <a:xfrm>
            <a:off x="1836724" y="6013955"/>
            <a:ext cx="2134686" cy="5222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0D2D0E50-ED68-B215-8610-9395A359A735}"/>
              </a:ext>
            </a:extLst>
          </p:cNvPr>
          <p:cNvSpPr/>
          <p:nvPr/>
        </p:nvSpPr>
        <p:spPr>
          <a:xfrm>
            <a:off x="4816447" y="765201"/>
            <a:ext cx="1540933" cy="643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  <a:endParaRPr lang="en-US" dirty="0"/>
          </a:p>
        </p:txBody>
      </p:sp>
      <p:sp>
        <p:nvSpPr>
          <p:cNvPr id="22" name="ข้าวหลามตัด 21">
            <a:extLst>
              <a:ext uri="{FF2B5EF4-FFF2-40B4-BE49-F238E27FC236}">
                <a16:creationId xmlns:a16="http://schemas.microsoft.com/office/drawing/2014/main" id="{595C8056-529E-F1A4-234A-31C1E7590427}"/>
              </a:ext>
            </a:extLst>
          </p:cNvPr>
          <p:cNvSpPr/>
          <p:nvPr/>
        </p:nvSpPr>
        <p:spPr>
          <a:xfrm>
            <a:off x="4191346" y="2253736"/>
            <a:ext cx="2791128" cy="6027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Score&gt;=</a:t>
            </a:r>
            <a:r>
              <a:rPr lang="th-TH" dirty="0"/>
              <a:t>50</a:t>
            </a:r>
            <a:endParaRPr lang="en-US" dirty="0"/>
          </a:p>
        </p:txBody>
      </p:sp>
      <p:cxnSp>
        <p:nvCxnSpPr>
          <p:cNvPr id="66" name="ลูกศรเชื่อมต่อแบบตรง 65">
            <a:extLst>
              <a:ext uri="{FF2B5EF4-FFF2-40B4-BE49-F238E27FC236}">
                <a16:creationId xmlns:a16="http://schemas.microsoft.com/office/drawing/2014/main" id="{69FC6C14-71CF-D6E2-E52F-D800DDC938E8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flipH="1">
            <a:off x="5586914" y="588999"/>
            <a:ext cx="1" cy="176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ลูกศรเชื่อมต่อแบบตรง 69">
            <a:extLst>
              <a:ext uri="{FF2B5EF4-FFF2-40B4-BE49-F238E27FC236}">
                <a16:creationId xmlns:a16="http://schemas.microsoft.com/office/drawing/2014/main" id="{0C93F0C6-870E-1ABF-B0F6-1E2391051E95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flipH="1">
            <a:off x="5586910" y="1408668"/>
            <a:ext cx="4" cy="27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ตัวเชื่อมต่อ: หักมุม 79">
            <a:extLst>
              <a:ext uri="{FF2B5EF4-FFF2-40B4-BE49-F238E27FC236}">
                <a16:creationId xmlns:a16="http://schemas.microsoft.com/office/drawing/2014/main" id="{075C2D47-06FC-33FB-A141-20F8D8F3A680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050884" y="2555102"/>
            <a:ext cx="1140463" cy="3955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สี่เหลี่ยมผืนผ้า 82">
            <a:extLst>
              <a:ext uri="{FF2B5EF4-FFF2-40B4-BE49-F238E27FC236}">
                <a16:creationId xmlns:a16="http://schemas.microsoft.com/office/drawing/2014/main" id="{7704DFE8-6CD3-D123-FC40-BCDDB95662C9}"/>
              </a:ext>
            </a:extLst>
          </p:cNvPr>
          <p:cNvSpPr/>
          <p:nvPr/>
        </p:nvSpPr>
        <p:spPr>
          <a:xfrm>
            <a:off x="4816447" y="6033557"/>
            <a:ext cx="2658533" cy="5079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  <a:endParaRPr lang="en-US" dirty="0"/>
          </a:p>
        </p:txBody>
      </p:sp>
      <p:sp>
        <p:nvSpPr>
          <p:cNvPr id="90" name="กล่องข้อความ 89">
            <a:extLst>
              <a:ext uri="{FF2B5EF4-FFF2-40B4-BE49-F238E27FC236}">
                <a16:creationId xmlns:a16="http://schemas.microsoft.com/office/drawing/2014/main" id="{E06BEA68-A81C-6B86-9560-8B332EC9974A}"/>
              </a:ext>
            </a:extLst>
          </p:cNvPr>
          <p:cNvSpPr txBox="1"/>
          <p:nvPr/>
        </p:nvSpPr>
        <p:spPr>
          <a:xfrm>
            <a:off x="6881220" y="2174100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Score&lt;=50</a:t>
            </a:r>
          </a:p>
        </p:txBody>
      </p:sp>
      <p:sp>
        <p:nvSpPr>
          <p:cNvPr id="91" name="กล่องข้อความ 90">
            <a:extLst>
              <a:ext uri="{FF2B5EF4-FFF2-40B4-BE49-F238E27FC236}">
                <a16:creationId xmlns:a16="http://schemas.microsoft.com/office/drawing/2014/main" id="{3F78EAC7-3F5B-9B02-4EB7-EA9294357A34}"/>
              </a:ext>
            </a:extLst>
          </p:cNvPr>
          <p:cNvSpPr txBox="1"/>
          <p:nvPr/>
        </p:nvSpPr>
        <p:spPr>
          <a:xfrm>
            <a:off x="2988733" y="2197732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Score&gt;=50</a:t>
            </a:r>
          </a:p>
        </p:txBody>
      </p:sp>
      <p:sp>
        <p:nvSpPr>
          <p:cNvPr id="16" name="แผนผังลําดับงาน: ข้อมูล 15">
            <a:extLst>
              <a:ext uri="{FF2B5EF4-FFF2-40B4-BE49-F238E27FC236}">
                <a16:creationId xmlns:a16="http://schemas.microsoft.com/office/drawing/2014/main" id="{90A88476-7C4C-4B90-3ABA-05ECF1CCD5C1}"/>
              </a:ext>
            </a:extLst>
          </p:cNvPr>
          <p:cNvSpPr/>
          <p:nvPr/>
        </p:nvSpPr>
        <p:spPr>
          <a:xfrm>
            <a:off x="4191346" y="1688067"/>
            <a:ext cx="2791128" cy="369333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ตัวเลขค่าระดับคะแนน</a:t>
            </a:r>
            <a:endParaRPr lang="en-US" dirty="0"/>
          </a:p>
        </p:txBody>
      </p:sp>
      <p:cxnSp>
        <p:nvCxnSpPr>
          <p:cNvPr id="23" name="ลูกศรเชื่อมต่อแบบตรง 22">
            <a:extLst>
              <a:ext uri="{FF2B5EF4-FFF2-40B4-BE49-F238E27FC236}">
                <a16:creationId xmlns:a16="http://schemas.microsoft.com/office/drawing/2014/main" id="{610A0AB7-1B79-680F-0E6F-CE80E8C99880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>
            <a:off x="5586910" y="2057400"/>
            <a:ext cx="0" cy="196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แผนผังลําดับงาน: การตัดสินใจ 74">
            <a:extLst>
              <a:ext uri="{FF2B5EF4-FFF2-40B4-BE49-F238E27FC236}">
                <a16:creationId xmlns:a16="http://schemas.microsoft.com/office/drawing/2014/main" id="{3B5F6AB8-1A9E-E017-1D03-44321038062A}"/>
              </a:ext>
            </a:extLst>
          </p:cNvPr>
          <p:cNvSpPr/>
          <p:nvPr/>
        </p:nvSpPr>
        <p:spPr>
          <a:xfrm>
            <a:off x="4149910" y="4046884"/>
            <a:ext cx="2586831" cy="69426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Score&lt;=80</a:t>
            </a:r>
          </a:p>
        </p:txBody>
      </p:sp>
      <p:sp>
        <p:nvSpPr>
          <p:cNvPr id="118" name="สี่เหลี่ยมผืนผ้า: มุมมน 117">
            <a:extLst>
              <a:ext uri="{FF2B5EF4-FFF2-40B4-BE49-F238E27FC236}">
                <a16:creationId xmlns:a16="http://schemas.microsoft.com/office/drawing/2014/main" id="{2024612E-6186-74E1-969C-9B17AA6B9702}"/>
              </a:ext>
            </a:extLst>
          </p:cNvPr>
          <p:cNvSpPr/>
          <p:nvPr/>
        </p:nvSpPr>
        <p:spPr>
          <a:xfrm>
            <a:off x="2271246" y="2955164"/>
            <a:ext cx="1583267" cy="4991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120" name="สี่เหลี่ยมผืนผ้า: มุมมน 119">
            <a:extLst>
              <a:ext uri="{FF2B5EF4-FFF2-40B4-BE49-F238E27FC236}">
                <a16:creationId xmlns:a16="http://schemas.microsoft.com/office/drawing/2014/main" id="{C7DECEAA-2829-7E1C-0B76-F327C87443C6}"/>
              </a:ext>
            </a:extLst>
          </p:cNvPr>
          <p:cNvSpPr/>
          <p:nvPr/>
        </p:nvSpPr>
        <p:spPr>
          <a:xfrm>
            <a:off x="7935446" y="2955163"/>
            <a:ext cx="1583267" cy="49913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cxnSp>
        <p:nvCxnSpPr>
          <p:cNvPr id="122" name="ตัวเชื่อมต่อ: หักมุม 121">
            <a:extLst>
              <a:ext uri="{FF2B5EF4-FFF2-40B4-BE49-F238E27FC236}">
                <a16:creationId xmlns:a16="http://schemas.microsoft.com/office/drawing/2014/main" id="{96EDED50-1C43-0161-F331-B54ADBC0F227}"/>
              </a:ext>
            </a:extLst>
          </p:cNvPr>
          <p:cNvCxnSpPr>
            <a:stCxn id="22" idx="3"/>
            <a:endCxn id="120" idx="0"/>
          </p:cNvCxnSpPr>
          <p:nvPr/>
        </p:nvCxnSpPr>
        <p:spPr>
          <a:xfrm>
            <a:off x="6982474" y="2555102"/>
            <a:ext cx="1744606" cy="4000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ตัวเชื่อมต่อ: หักมุม 123">
            <a:extLst>
              <a:ext uri="{FF2B5EF4-FFF2-40B4-BE49-F238E27FC236}">
                <a16:creationId xmlns:a16="http://schemas.microsoft.com/office/drawing/2014/main" id="{EA2B2D39-CEDF-3539-8BB3-94EE7FF28EF6}"/>
              </a:ext>
            </a:extLst>
          </p:cNvPr>
          <p:cNvCxnSpPr>
            <a:stCxn id="118" idx="2"/>
            <a:endCxn id="120" idx="2"/>
          </p:cNvCxnSpPr>
          <p:nvPr/>
        </p:nvCxnSpPr>
        <p:spPr>
          <a:xfrm rot="5400000" flipH="1" flipV="1">
            <a:off x="5894979" y="622197"/>
            <a:ext cx="1" cy="5664200"/>
          </a:xfrm>
          <a:prstGeom prst="bentConnector3">
            <a:avLst>
              <a:gd name="adj1" fmla="val -228600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แผนผังลําดับงาน: การตัดสินใจ 124">
            <a:extLst>
              <a:ext uri="{FF2B5EF4-FFF2-40B4-BE49-F238E27FC236}">
                <a16:creationId xmlns:a16="http://schemas.microsoft.com/office/drawing/2014/main" id="{CBB0399E-A01F-8437-EFE1-FC159CC8F3CE}"/>
              </a:ext>
            </a:extLst>
          </p:cNvPr>
          <p:cNvSpPr/>
          <p:nvPr/>
        </p:nvSpPr>
        <p:spPr>
          <a:xfrm>
            <a:off x="8652933" y="3977421"/>
            <a:ext cx="2523067" cy="83319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Score&gt;=75</a:t>
            </a:r>
          </a:p>
        </p:txBody>
      </p:sp>
      <p:cxnSp>
        <p:nvCxnSpPr>
          <p:cNvPr id="127" name="ตัวเชื่อมต่อ: หักมุม 126">
            <a:extLst>
              <a:ext uri="{FF2B5EF4-FFF2-40B4-BE49-F238E27FC236}">
                <a16:creationId xmlns:a16="http://schemas.microsoft.com/office/drawing/2014/main" id="{F97FC65F-4661-A1CD-6AC9-4C796FE85E29}"/>
              </a:ext>
            </a:extLst>
          </p:cNvPr>
          <p:cNvCxnSpPr>
            <a:stCxn id="120" idx="3"/>
            <a:endCxn id="125" idx="0"/>
          </p:cNvCxnSpPr>
          <p:nvPr/>
        </p:nvCxnSpPr>
        <p:spPr>
          <a:xfrm>
            <a:off x="9518713" y="3204730"/>
            <a:ext cx="395754" cy="7726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สี่เหลี่ยมผืนผ้า: มุมมน 127">
            <a:extLst>
              <a:ext uri="{FF2B5EF4-FFF2-40B4-BE49-F238E27FC236}">
                <a16:creationId xmlns:a16="http://schemas.microsoft.com/office/drawing/2014/main" id="{B260D4BA-44FF-11B8-1CF5-83C7E7FE22FC}"/>
              </a:ext>
            </a:extLst>
          </p:cNvPr>
          <p:cNvSpPr/>
          <p:nvPr/>
        </p:nvSpPr>
        <p:spPr>
          <a:xfrm>
            <a:off x="9220199" y="5232425"/>
            <a:ext cx="1388534" cy="5079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  <a:endParaRPr lang="en-US" dirty="0"/>
          </a:p>
        </p:txBody>
      </p:sp>
      <p:cxnSp>
        <p:nvCxnSpPr>
          <p:cNvPr id="130" name="ตัวเชื่อมต่อ: หักมุม 129">
            <a:extLst>
              <a:ext uri="{FF2B5EF4-FFF2-40B4-BE49-F238E27FC236}">
                <a16:creationId xmlns:a16="http://schemas.microsoft.com/office/drawing/2014/main" id="{CC3B4023-F513-07ED-B2EA-3C644B7193B8}"/>
              </a:ext>
            </a:extLst>
          </p:cNvPr>
          <p:cNvCxnSpPr>
            <a:stCxn id="128" idx="2"/>
            <a:endCxn id="83" idx="3"/>
          </p:cNvCxnSpPr>
          <p:nvPr/>
        </p:nvCxnSpPr>
        <p:spPr>
          <a:xfrm rot="5400000">
            <a:off x="8421145" y="4794212"/>
            <a:ext cx="547156" cy="24394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ลูกศรเชื่อมต่อแบบตรง 133">
            <a:extLst>
              <a:ext uri="{FF2B5EF4-FFF2-40B4-BE49-F238E27FC236}">
                <a16:creationId xmlns:a16="http://schemas.microsoft.com/office/drawing/2014/main" id="{78264DEB-37C9-2413-A05C-AD2716B893E1}"/>
              </a:ext>
            </a:extLst>
          </p:cNvPr>
          <p:cNvCxnSpPr>
            <a:stCxn id="83" idx="1"/>
            <a:endCxn id="13" idx="3"/>
          </p:cNvCxnSpPr>
          <p:nvPr/>
        </p:nvCxnSpPr>
        <p:spPr>
          <a:xfrm flipH="1" flipV="1">
            <a:off x="3971410" y="6275067"/>
            <a:ext cx="845037" cy="12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สี่เหลี่ยมผืนผ้า: มุมมน 135">
            <a:extLst>
              <a:ext uri="{FF2B5EF4-FFF2-40B4-BE49-F238E27FC236}">
                <a16:creationId xmlns:a16="http://schemas.microsoft.com/office/drawing/2014/main" id="{63B72240-5A87-3016-22D7-44133292F38C}"/>
              </a:ext>
            </a:extLst>
          </p:cNvPr>
          <p:cNvSpPr/>
          <p:nvPr/>
        </p:nvSpPr>
        <p:spPr>
          <a:xfrm>
            <a:off x="1045090" y="4144451"/>
            <a:ext cx="1583267" cy="4991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ดีเลิศ</a:t>
            </a:r>
            <a:endParaRPr lang="en-US" dirty="0"/>
          </a:p>
        </p:txBody>
      </p:sp>
      <p:cxnSp>
        <p:nvCxnSpPr>
          <p:cNvPr id="138" name="ลูกศรเชื่อมต่อแบบตรง 137">
            <a:extLst>
              <a:ext uri="{FF2B5EF4-FFF2-40B4-BE49-F238E27FC236}">
                <a16:creationId xmlns:a16="http://schemas.microsoft.com/office/drawing/2014/main" id="{920AD2BB-AC1C-66C3-8DFC-10F917ED6AF7}"/>
              </a:ext>
            </a:extLst>
          </p:cNvPr>
          <p:cNvCxnSpPr>
            <a:stCxn id="75" idx="1"/>
            <a:endCxn id="136" idx="3"/>
          </p:cNvCxnSpPr>
          <p:nvPr/>
        </p:nvCxnSpPr>
        <p:spPr>
          <a:xfrm flipH="1" flipV="1">
            <a:off x="2628357" y="4394016"/>
            <a:ext cx="15215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ลูกศรเชื่อมต่อแบบตรง 139">
            <a:extLst>
              <a:ext uri="{FF2B5EF4-FFF2-40B4-BE49-F238E27FC236}">
                <a16:creationId xmlns:a16="http://schemas.microsoft.com/office/drawing/2014/main" id="{B8688976-26C9-53F0-9C34-9F1A4B499437}"/>
              </a:ext>
            </a:extLst>
          </p:cNvPr>
          <p:cNvCxnSpPr>
            <a:stCxn id="125" idx="1"/>
            <a:endCxn id="75" idx="3"/>
          </p:cNvCxnSpPr>
          <p:nvPr/>
        </p:nvCxnSpPr>
        <p:spPr>
          <a:xfrm flipH="1">
            <a:off x="6736741" y="4394017"/>
            <a:ext cx="1916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ตัวเชื่อมต่อ: หักมุม 141">
            <a:extLst>
              <a:ext uri="{FF2B5EF4-FFF2-40B4-BE49-F238E27FC236}">
                <a16:creationId xmlns:a16="http://schemas.microsoft.com/office/drawing/2014/main" id="{AAEAF9EA-5BB5-8ADC-9A1E-64734860A8B1}"/>
              </a:ext>
            </a:extLst>
          </p:cNvPr>
          <p:cNvCxnSpPr>
            <a:stCxn id="136" idx="2"/>
            <a:endCxn id="83" idx="0"/>
          </p:cNvCxnSpPr>
          <p:nvPr/>
        </p:nvCxnSpPr>
        <p:spPr>
          <a:xfrm rot="16200000" flipH="1">
            <a:off x="3296231" y="3184073"/>
            <a:ext cx="1389977" cy="430899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ตัวเชื่อมต่อ: หักมุม 143">
            <a:extLst>
              <a:ext uri="{FF2B5EF4-FFF2-40B4-BE49-F238E27FC236}">
                <a16:creationId xmlns:a16="http://schemas.microsoft.com/office/drawing/2014/main" id="{B5575186-5B77-5570-579C-76250B4046EA}"/>
              </a:ext>
            </a:extLst>
          </p:cNvPr>
          <p:cNvCxnSpPr>
            <a:stCxn id="22" idx="2"/>
            <a:endCxn id="120" idx="1"/>
          </p:cNvCxnSpPr>
          <p:nvPr/>
        </p:nvCxnSpPr>
        <p:spPr>
          <a:xfrm rot="16200000" flipH="1">
            <a:off x="6587047" y="1856330"/>
            <a:ext cx="348263" cy="23485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กล่องข้อความ 144">
            <a:extLst>
              <a:ext uri="{FF2B5EF4-FFF2-40B4-BE49-F238E27FC236}">
                <a16:creationId xmlns:a16="http://schemas.microsoft.com/office/drawing/2014/main" id="{496A66CB-6ECD-3586-FE81-19ECF0BEA8DB}"/>
              </a:ext>
            </a:extLst>
          </p:cNvPr>
          <p:cNvSpPr txBox="1"/>
          <p:nvPr/>
        </p:nvSpPr>
        <p:spPr>
          <a:xfrm>
            <a:off x="2904067" y="4032737"/>
            <a:ext cx="125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Score&gt;=80</a:t>
            </a:r>
          </a:p>
        </p:txBody>
      </p:sp>
    </p:spTree>
    <p:extLst>
      <p:ext uri="{BB962C8B-B14F-4D97-AF65-F5344CB8AC3E}">
        <p14:creationId xmlns:p14="http://schemas.microsoft.com/office/powerpoint/2010/main" val="68434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: มุมมน 3">
            <a:extLst>
              <a:ext uri="{FF2B5EF4-FFF2-40B4-BE49-F238E27FC236}">
                <a16:creationId xmlns:a16="http://schemas.microsoft.com/office/drawing/2014/main" id="{4B77D437-F2FA-8EE1-DB6A-CF649566C503}"/>
              </a:ext>
            </a:extLst>
          </p:cNvPr>
          <p:cNvSpPr/>
          <p:nvPr/>
        </p:nvSpPr>
        <p:spPr>
          <a:xfrm>
            <a:off x="4148667" y="270933"/>
            <a:ext cx="2175933" cy="4995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แผนผังลําดับงาน: การตัดสินใจ 4">
            <a:extLst>
              <a:ext uri="{FF2B5EF4-FFF2-40B4-BE49-F238E27FC236}">
                <a16:creationId xmlns:a16="http://schemas.microsoft.com/office/drawing/2014/main" id="{8BE8FCD4-581F-C79B-42B8-A7CD99960416}"/>
              </a:ext>
            </a:extLst>
          </p:cNvPr>
          <p:cNvSpPr/>
          <p:nvPr/>
        </p:nvSpPr>
        <p:spPr>
          <a:xfrm>
            <a:off x="4724399" y="1286933"/>
            <a:ext cx="1024467" cy="6604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ลูกศรเชื่อมต่อแบบตรง 6">
            <a:extLst>
              <a:ext uri="{FF2B5EF4-FFF2-40B4-BE49-F238E27FC236}">
                <a16:creationId xmlns:a16="http://schemas.microsoft.com/office/drawing/2014/main" id="{E97E62E5-ACE2-AA56-90A8-7FC178CD8BF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236633" y="770467"/>
            <a:ext cx="1" cy="516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901D381D-AD9E-5F4D-28D6-C45B4D98A66C}"/>
              </a:ext>
            </a:extLst>
          </p:cNvPr>
          <p:cNvSpPr/>
          <p:nvPr/>
        </p:nvSpPr>
        <p:spPr>
          <a:xfrm>
            <a:off x="2379133" y="1380066"/>
            <a:ext cx="1253067" cy="474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CFAEF8BE-D04B-458A-FFBA-4443E562B0AE}"/>
              </a:ext>
            </a:extLst>
          </p:cNvPr>
          <p:cNvSpPr/>
          <p:nvPr/>
        </p:nvSpPr>
        <p:spPr>
          <a:xfrm>
            <a:off x="6841065" y="1413934"/>
            <a:ext cx="1270000" cy="440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ลูกศรเชื่อมต่อแบบตรง 10">
            <a:extLst>
              <a:ext uri="{FF2B5EF4-FFF2-40B4-BE49-F238E27FC236}">
                <a16:creationId xmlns:a16="http://schemas.microsoft.com/office/drawing/2014/main" id="{7A4B51E0-A1EC-6529-82AE-3855DA9A4F7C}"/>
              </a:ext>
            </a:extLst>
          </p:cNvPr>
          <p:cNvCxnSpPr>
            <a:stCxn id="5" idx="1"/>
            <a:endCxn id="8" idx="3"/>
          </p:cNvCxnSpPr>
          <p:nvPr/>
        </p:nvCxnSpPr>
        <p:spPr>
          <a:xfrm flipH="1">
            <a:off x="3632200" y="1617133"/>
            <a:ext cx="10921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587BF6F0-2BD4-40E0-F397-DC671551DB89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5748866" y="1617133"/>
            <a:ext cx="1092199" cy="16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155771CB-9BB2-064B-00B1-0B0A8919BF10}"/>
              </a:ext>
            </a:extLst>
          </p:cNvPr>
          <p:cNvSpPr txBox="1"/>
          <p:nvPr/>
        </p:nvSpPr>
        <p:spPr>
          <a:xfrm>
            <a:off x="2696927" y="2108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23" name="แผนผังลำดับงาน: สิ้นสุด 22">
            <a:extLst>
              <a:ext uri="{FF2B5EF4-FFF2-40B4-BE49-F238E27FC236}">
                <a16:creationId xmlns:a16="http://schemas.microsoft.com/office/drawing/2014/main" id="{1D910976-10C7-F148-A6E7-4DAD82FB1781}"/>
              </a:ext>
            </a:extLst>
          </p:cNvPr>
          <p:cNvSpPr/>
          <p:nvPr/>
        </p:nvSpPr>
        <p:spPr>
          <a:xfrm>
            <a:off x="4428067" y="5909733"/>
            <a:ext cx="1803400" cy="49106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ตัวเชื่อมต่อ: หักมุม 24">
            <a:extLst>
              <a:ext uri="{FF2B5EF4-FFF2-40B4-BE49-F238E27FC236}">
                <a16:creationId xmlns:a16="http://schemas.microsoft.com/office/drawing/2014/main" id="{282C959F-C9BF-E795-5B30-2FA88C4D4F2F}"/>
              </a:ext>
            </a:extLst>
          </p:cNvPr>
          <p:cNvCxnSpPr>
            <a:stCxn id="18" idx="2"/>
            <a:endCxn id="23" idx="1"/>
          </p:cNvCxnSpPr>
          <p:nvPr/>
        </p:nvCxnSpPr>
        <p:spPr>
          <a:xfrm rot="16200000" flipH="1">
            <a:off x="1877999" y="3605198"/>
            <a:ext cx="3677734" cy="14224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แผนผังลําดับงาน: การตัดสินใจ 25">
            <a:extLst>
              <a:ext uri="{FF2B5EF4-FFF2-40B4-BE49-F238E27FC236}">
                <a16:creationId xmlns:a16="http://schemas.microsoft.com/office/drawing/2014/main" id="{DB386183-791E-3F50-3900-BA96ED197B7E}"/>
              </a:ext>
            </a:extLst>
          </p:cNvPr>
          <p:cNvSpPr/>
          <p:nvPr/>
        </p:nvSpPr>
        <p:spPr>
          <a:xfrm>
            <a:off x="6900332" y="2477532"/>
            <a:ext cx="1151466" cy="7535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ลูกศรเชื่อมต่อแบบตรง 27">
            <a:extLst>
              <a:ext uri="{FF2B5EF4-FFF2-40B4-BE49-F238E27FC236}">
                <a16:creationId xmlns:a16="http://schemas.microsoft.com/office/drawing/2014/main" id="{5CEB2D2F-7A24-5E79-6EAB-628BBD83B138}"/>
              </a:ext>
            </a:extLst>
          </p:cNvPr>
          <p:cNvCxnSpPr>
            <a:stCxn id="9" idx="2"/>
            <a:endCxn id="26" idx="0"/>
          </p:cNvCxnSpPr>
          <p:nvPr/>
        </p:nvCxnSpPr>
        <p:spPr>
          <a:xfrm>
            <a:off x="7476065" y="1854200"/>
            <a:ext cx="0" cy="623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52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แผนผังลำดับงาน: สิ้นสุด 3">
            <a:extLst>
              <a:ext uri="{FF2B5EF4-FFF2-40B4-BE49-F238E27FC236}">
                <a16:creationId xmlns:a16="http://schemas.microsoft.com/office/drawing/2014/main" id="{0E404898-2930-528D-739A-6F0EE259F3C1}"/>
              </a:ext>
            </a:extLst>
          </p:cNvPr>
          <p:cNvSpPr/>
          <p:nvPr/>
        </p:nvSpPr>
        <p:spPr>
          <a:xfrm>
            <a:off x="4834466" y="160866"/>
            <a:ext cx="1600200" cy="49106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เริ้มต้น</a:t>
            </a:r>
            <a:endParaRPr lang="en-US" dirty="0"/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02A24E14-AC17-3EEC-DE42-5242C14698A9}"/>
              </a:ext>
            </a:extLst>
          </p:cNvPr>
          <p:cNvSpPr/>
          <p:nvPr/>
        </p:nvSpPr>
        <p:spPr>
          <a:xfrm>
            <a:off x="4607983" y="897468"/>
            <a:ext cx="2053166" cy="491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  <a:endParaRPr lang="en-US" dirty="0"/>
          </a:p>
        </p:txBody>
      </p:sp>
      <p:cxnSp>
        <p:nvCxnSpPr>
          <p:cNvPr id="7" name="ลูกศรเชื่อมต่อแบบตรง 6">
            <a:extLst>
              <a:ext uri="{FF2B5EF4-FFF2-40B4-BE49-F238E27FC236}">
                <a16:creationId xmlns:a16="http://schemas.microsoft.com/office/drawing/2014/main" id="{CCCD44B0-A736-A5E5-2123-4F357D32A82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634566" y="651933"/>
            <a:ext cx="0" cy="245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6A96AD15-844C-2546-D492-2B93EF1A8158}"/>
              </a:ext>
            </a:extLst>
          </p:cNvPr>
          <p:cNvSpPr/>
          <p:nvPr/>
        </p:nvSpPr>
        <p:spPr>
          <a:xfrm>
            <a:off x="2362200" y="1769533"/>
            <a:ext cx="1515533" cy="5418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ตรวจสอบ</a:t>
            </a:r>
            <a:endParaRPr lang="en-US" dirty="0"/>
          </a:p>
        </p:txBody>
      </p:sp>
      <p:cxnSp>
        <p:nvCxnSpPr>
          <p:cNvPr id="15" name="ตัวเชื่อมต่อ: หักมุม 14">
            <a:extLst>
              <a:ext uri="{FF2B5EF4-FFF2-40B4-BE49-F238E27FC236}">
                <a16:creationId xmlns:a16="http://schemas.microsoft.com/office/drawing/2014/main" id="{D17B7B92-50EE-580A-BD0A-235F4F3B1EE3}"/>
              </a:ext>
            </a:extLst>
          </p:cNvPr>
          <p:cNvCxnSpPr>
            <a:stCxn id="5" idx="1"/>
            <a:endCxn id="13" idx="0"/>
          </p:cNvCxnSpPr>
          <p:nvPr/>
        </p:nvCxnSpPr>
        <p:spPr>
          <a:xfrm rot="10800000" flipV="1">
            <a:off x="3119967" y="1143001"/>
            <a:ext cx="1488016" cy="6265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แผนผังลําดับงาน: การตัดสินใจ 15">
            <a:extLst>
              <a:ext uri="{FF2B5EF4-FFF2-40B4-BE49-F238E27FC236}">
                <a16:creationId xmlns:a16="http://schemas.microsoft.com/office/drawing/2014/main" id="{AC908271-508C-403B-5489-8EDFDC514D98}"/>
              </a:ext>
            </a:extLst>
          </p:cNvPr>
          <p:cNvSpPr/>
          <p:nvPr/>
        </p:nvSpPr>
        <p:spPr>
          <a:xfrm>
            <a:off x="5126566" y="1769532"/>
            <a:ext cx="1016000" cy="651933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C01BA3F7-0030-AF03-C2D8-B0A2F4C51071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5634566" y="1388536"/>
            <a:ext cx="0" cy="380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แผนผังลําดับงาน: การตัดสินใจ 19">
            <a:extLst>
              <a:ext uri="{FF2B5EF4-FFF2-40B4-BE49-F238E27FC236}">
                <a16:creationId xmlns:a16="http://schemas.microsoft.com/office/drawing/2014/main" id="{4AF9CFC1-7830-3476-EFED-0E8E2BA0D234}"/>
              </a:ext>
            </a:extLst>
          </p:cNvPr>
          <p:cNvSpPr/>
          <p:nvPr/>
        </p:nvSpPr>
        <p:spPr>
          <a:xfrm>
            <a:off x="5067299" y="2650066"/>
            <a:ext cx="1134533" cy="651933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แผนผังลําดับงาน: การตัดสินใจ 20">
            <a:extLst>
              <a:ext uri="{FF2B5EF4-FFF2-40B4-BE49-F238E27FC236}">
                <a16:creationId xmlns:a16="http://schemas.microsoft.com/office/drawing/2014/main" id="{5A6CC108-5D74-7AE2-DBC2-3A1965D7E0E2}"/>
              </a:ext>
            </a:extLst>
          </p:cNvPr>
          <p:cNvSpPr/>
          <p:nvPr/>
        </p:nvSpPr>
        <p:spPr>
          <a:xfrm>
            <a:off x="5088465" y="3585629"/>
            <a:ext cx="1092200" cy="651933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แผนผังลําดับงาน: การตัดสินใจ 21">
            <a:extLst>
              <a:ext uri="{FF2B5EF4-FFF2-40B4-BE49-F238E27FC236}">
                <a16:creationId xmlns:a16="http://schemas.microsoft.com/office/drawing/2014/main" id="{CBE2064A-71F1-8D6F-5C0A-4DEBE4FDCFF9}"/>
              </a:ext>
            </a:extLst>
          </p:cNvPr>
          <p:cNvSpPr/>
          <p:nvPr/>
        </p:nvSpPr>
        <p:spPr>
          <a:xfrm>
            <a:off x="5105398" y="4563529"/>
            <a:ext cx="1075267" cy="651933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ลูกศรเชื่อมต่อแบบตรง 23">
            <a:extLst>
              <a:ext uri="{FF2B5EF4-FFF2-40B4-BE49-F238E27FC236}">
                <a16:creationId xmlns:a16="http://schemas.microsoft.com/office/drawing/2014/main" id="{9D9B6C43-1E10-7694-6413-7387716800E0}"/>
              </a:ext>
            </a:extLst>
          </p:cNvPr>
          <p:cNvCxnSpPr>
            <a:stCxn id="16" idx="2"/>
            <a:endCxn id="20" idx="0"/>
          </p:cNvCxnSpPr>
          <p:nvPr/>
        </p:nvCxnSpPr>
        <p:spPr>
          <a:xfrm>
            <a:off x="5634566" y="2421465"/>
            <a:ext cx="0" cy="228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ลูกศรเชื่อมต่อแบบตรง 25">
            <a:extLst>
              <a:ext uri="{FF2B5EF4-FFF2-40B4-BE49-F238E27FC236}">
                <a16:creationId xmlns:a16="http://schemas.microsoft.com/office/drawing/2014/main" id="{B4183190-439A-DC85-47D1-231A4C8A82D3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5634565" y="3301999"/>
            <a:ext cx="1" cy="283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ลูกศรเชื่อมต่อแบบตรง 28">
            <a:extLst>
              <a:ext uri="{FF2B5EF4-FFF2-40B4-BE49-F238E27FC236}">
                <a16:creationId xmlns:a16="http://schemas.microsoft.com/office/drawing/2014/main" id="{305BBB62-378F-2EF1-4944-881F42F64A54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5634565" y="4237562"/>
            <a:ext cx="8467" cy="325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สี่เหลี่ยมผืนผ้า 30">
            <a:extLst>
              <a:ext uri="{FF2B5EF4-FFF2-40B4-BE49-F238E27FC236}">
                <a16:creationId xmlns:a16="http://schemas.microsoft.com/office/drawing/2014/main" id="{7E7CDC85-6A15-4498-9209-0D7F31738D48}"/>
              </a:ext>
            </a:extLst>
          </p:cNvPr>
          <p:cNvSpPr/>
          <p:nvPr/>
        </p:nvSpPr>
        <p:spPr>
          <a:xfrm>
            <a:off x="7713133" y="1824564"/>
            <a:ext cx="1515519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32" name="สี่เหลี่ยมผืนผ้า 31">
            <a:extLst>
              <a:ext uri="{FF2B5EF4-FFF2-40B4-BE49-F238E27FC236}">
                <a16:creationId xmlns:a16="http://schemas.microsoft.com/office/drawing/2014/main" id="{07D20D6E-DEA3-A461-0705-C26F5351D75F}"/>
              </a:ext>
            </a:extLst>
          </p:cNvPr>
          <p:cNvSpPr/>
          <p:nvPr/>
        </p:nvSpPr>
        <p:spPr>
          <a:xfrm>
            <a:off x="7713135" y="2705098"/>
            <a:ext cx="12784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sp>
        <p:nvSpPr>
          <p:cNvPr id="33" name="สี่เหลี่ยมผืนผ้า 32">
            <a:extLst>
              <a:ext uri="{FF2B5EF4-FFF2-40B4-BE49-F238E27FC236}">
                <a16:creationId xmlns:a16="http://schemas.microsoft.com/office/drawing/2014/main" id="{7FB99957-9433-9E05-537E-AF14BC43793C}"/>
              </a:ext>
            </a:extLst>
          </p:cNvPr>
          <p:cNvSpPr/>
          <p:nvPr/>
        </p:nvSpPr>
        <p:spPr>
          <a:xfrm>
            <a:off x="7691967" y="3640661"/>
            <a:ext cx="1612900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ผ่านยอดเยี่ยม</a:t>
            </a:r>
            <a:endParaRPr lang="en-US" dirty="0"/>
          </a:p>
        </p:txBody>
      </p:sp>
      <p:sp>
        <p:nvSpPr>
          <p:cNvPr id="34" name="สี่เหลี่ยมผืนผ้า 33">
            <a:extLst>
              <a:ext uri="{FF2B5EF4-FFF2-40B4-BE49-F238E27FC236}">
                <a16:creationId xmlns:a16="http://schemas.microsoft.com/office/drawing/2014/main" id="{6B1A1479-4D81-181B-20A8-85B52FDC2803}"/>
              </a:ext>
            </a:extLst>
          </p:cNvPr>
          <p:cNvSpPr/>
          <p:nvPr/>
        </p:nvSpPr>
        <p:spPr>
          <a:xfrm>
            <a:off x="7691967" y="4618561"/>
            <a:ext cx="1075267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  <a:endParaRPr lang="en-US" dirty="0"/>
          </a:p>
        </p:txBody>
      </p:sp>
      <p:cxnSp>
        <p:nvCxnSpPr>
          <p:cNvPr id="36" name="ลูกศรเชื่อมต่อแบบตรง 35">
            <a:extLst>
              <a:ext uri="{FF2B5EF4-FFF2-40B4-BE49-F238E27FC236}">
                <a16:creationId xmlns:a16="http://schemas.microsoft.com/office/drawing/2014/main" id="{43644C2B-5500-9619-1DA9-A676C8CC7BAF}"/>
              </a:ext>
            </a:extLst>
          </p:cNvPr>
          <p:cNvCxnSpPr>
            <a:stCxn id="16" idx="3"/>
            <a:endCxn id="31" idx="1"/>
          </p:cNvCxnSpPr>
          <p:nvPr/>
        </p:nvCxnSpPr>
        <p:spPr>
          <a:xfrm flipV="1">
            <a:off x="6142566" y="2095498"/>
            <a:ext cx="15705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ลูกศรเชื่อมต่อแบบตรง 39">
            <a:extLst>
              <a:ext uri="{FF2B5EF4-FFF2-40B4-BE49-F238E27FC236}">
                <a16:creationId xmlns:a16="http://schemas.microsoft.com/office/drawing/2014/main" id="{20F73075-D24B-830F-B964-C0A5E05BD923}"/>
              </a:ext>
            </a:extLst>
          </p:cNvPr>
          <p:cNvCxnSpPr>
            <a:cxnSpLocks/>
            <a:stCxn id="20" idx="3"/>
            <a:endCxn id="32" idx="1"/>
          </p:cNvCxnSpPr>
          <p:nvPr/>
        </p:nvCxnSpPr>
        <p:spPr>
          <a:xfrm flipV="1">
            <a:off x="6201832" y="2976032"/>
            <a:ext cx="15113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ลูกศรเชื่อมต่อแบบตรง 41">
            <a:extLst>
              <a:ext uri="{FF2B5EF4-FFF2-40B4-BE49-F238E27FC236}">
                <a16:creationId xmlns:a16="http://schemas.microsoft.com/office/drawing/2014/main" id="{D51DA64A-A19A-96DD-6524-F398DB8C5227}"/>
              </a:ext>
            </a:extLst>
          </p:cNvPr>
          <p:cNvCxnSpPr>
            <a:stCxn id="21" idx="3"/>
            <a:endCxn id="33" idx="1"/>
          </p:cNvCxnSpPr>
          <p:nvPr/>
        </p:nvCxnSpPr>
        <p:spPr>
          <a:xfrm flipV="1">
            <a:off x="6180665" y="3911595"/>
            <a:ext cx="15113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ลูกศรเชื่อมต่อแบบตรง 43">
            <a:extLst>
              <a:ext uri="{FF2B5EF4-FFF2-40B4-BE49-F238E27FC236}">
                <a16:creationId xmlns:a16="http://schemas.microsoft.com/office/drawing/2014/main" id="{39380608-AFE0-D5AF-2AA0-93C9DD0768D7}"/>
              </a:ext>
            </a:extLst>
          </p:cNvPr>
          <p:cNvCxnSpPr>
            <a:cxnSpLocks/>
            <a:stCxn id="22" idx="3"/>
            <a:endCxn id="34" idx="1"/>
          </p:cNvCxnSpPr>
          <p:nvPr/>
        </p:nvCxnSpPr>
        <p:spPr>
          <a:xfrm flipV="1">
            <a:off x="6180665" y="4889495"/>
            <a:ext cx="15113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กล่องข้อความ 45">
            <a:extLst>
              <a:ext uri="{FF2B5EF4-FFF2-40B4-BE49-F238E27FC236}">
                <a16:creationId xmlns:a16="http://schemas.microsoft.com/office/drawing/2014/main" id="{D80DC822-3706-B3EB-B9AA-7A0C22DB3EAF}"/>
              </a:ext>
            </a:extLst>
          </p:cNvPr>
          <p:cNvSpPr txBox="1"/>
          <p:nvPr/>
        </p:nvSpPr>
        <p:spPr>
          <a:xfrm>
            <a:off x="6341821" y="1820455"/>
            <a:ext cx="7537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050" dirty="0"/>
              <a:t>50</a:t>
            </a:r>
            <a:r>
              <a:rPr lang="en-US" sz="1050" dirty="0"/>
              <a:t>&lt;=score</a:t>
            </a:r>
          </a:p>
        </p:txBody>
      </p:sp>
      <p:sp>
        <p:nvSpPr>
          <p:cNvPr id="47" name="กล่องข้อความ 46">
            <a:extLst>
              <a:ext uri="{FF2B5EF4-FFF2-40B4-BE49-F238E27FC236}">
                <a16:creationId xmlns:a16="http://schemas.microsoft.com/office/drawing/2014/main" id="{A9388760-A0B0-C727-E1AB-C506ECFF8BBC}"/>
              </a:ext>
            </a:extLst>
          </p:cNvPr>
          <p:cNvSpPr txBox="1"/>
          <p:nvPr/>
        </p:nvSpPr>
        <p:spPr>
          <a:xfrm>
            <a:off x="6341821" y="2610438"/>
            <a:ext cx="9428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50&lt;score&lt;75</a:t>
            </a:r>
          </a:p>
        </p:txBody>
      </p:sp>
      <p:sp>
        <p:nvSpPr>
          <p:cNvPr id="48" name="กล่องข้อความ 47">
            <a:extLst>
              <a:ext uri="{FF2B5EF4-FFF2-40B4-BE49-F238E27FC236}">
                <a16:creationId xmlns:a16="http://schemas.microsoft.com/office/drawing/2014/main" id="{352D5C56-01E5-C80B-1D30-139AE20EE018}"/>
              </a:ext>
            </a:extLst>
          </p:cNvPr>
          <p:cNvSpPr txBox="1"/>
          <p:nvPr/>
        </p:nvSpPr>
        <p:spPr>
          <a:xfrm>
            <a:off x="6341820" y="3562927"/>
            <a:ext cx="9701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50&lt;score &lt;75</a:t>
            </a:r>
          </a:p>
        </p:txBody>
      </p:sp>
      <p:sp>
        <p:nvSpPr>
          <p:cNvPr id="49" name="กล่องข้อความ 48">
            <a:extLst>
              <a:ext uri="{FF2B5EF4-FFF2-40B4-BE49-F238E27FC236}">
                <a16:creationId xmlns:a16="http://schemas.microsoft.com/office/drawing/2014/main" id="{6BDA780E-5A34-C43A-4D6C-9179E1B404D8}"/>
              </a:ext>
            </a:extLst>
          </p:cNvPr>
          <p:cNvSpPr txBox="1"/>
          <p:nvPr/>
        </p:nvSpPr>
        <p:spPr>
          <a:xfrm>
            <a:off x="6341820" y="4593242"/>
            <a:ext cx="9701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50&lt;score &lt;75</a:t>
            </a:r>
          </a:p>
        </p:txBody>
      </p:sp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10CEAB02-0373-0F66-AC93-59AE6498EB7C}"/>
              </a:ext>
            </a:extLst>
          </p:cNvPr>
          <p:cNvSpPr txBox="1"/>
          <p:nvPr/>
        </p:nvSpPr>
        <p:spPr>
          <a:xfrm>
            <a:off x="5769975" y="2496177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51" name="กล่องข้อความ 50">
            <a:extLst>
              <a:ext uri="{FF2B5EF4-FFF2-40B4-BE49-F238E27FC236}">
                <a16:creationId xmlns:a16="http://schemas.microsoft.com/office/drawing/2014/main" id="{B7D81A88-B323-1254-33FF-B430E933F27C}"/>
              </a:ext>
            </a:extLst>
          </p:cNvPr>
          <p:cNvSpPr txBox="1"/>
          <p:nvPr/>
        </p:nvSpPr>
        <p:spPr>
          <a:xfrm>
            <a:off x="5782671" y="3382108"/>
            <a:ext cx="66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54" name="กล่องข้อความ 53">
            <a:extLst>
              <a:ext uri="{FF2B5EF4-FFF2-40B4-BE49-F238E27FC236}">
                <a16:creationId xmlns:a16="http://schemas.microsoft.com/office/drawing/2014/main" id="{516D9395-6040-97E2-8FB0-21D9A5F6EF4E}"/>
              </a:ext>
            </a:extLst>
          </p:cNvPr>
          <p:cNvSpPr txBox="1"/>
          <p:nvPr/>
        </p:nvSpPr>
        <p:spPr>
          <a:xfrm>
            <a:off x="5782671" y="4387339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55" name="แผนผังลำดับงาน: สิ้นสุด 54">
            <a:extLst>
              <a:ext uri="{FF2B5EF4-FFF2-40B4-BE49-F238E27FC236}">
                <a16:creationId xmlns:a16="http://schemas.microsoft.com/office/drawing/2014/main" id="{2ECA8016-6AD0-59A1-8E42-1AB680F09619}"/>
              </a:ext>
            </a:extLst>
          </p:cNvPr>
          <p:cNvSpPr/>
          <p:nvPr/>
        </p:nvSpPr>
        <p:spPr>
          <a:xfrm>
            <a:off x="4838556" y="6178545"/>
            <a:ext cx="1608949" cy="48683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  <a:endParaRPr lang="en-US" dirty="0"/>
          </a:p>
        </p:txBody>
      </p:sp>
      <p:sp>
        <p:nvSpPr>
          <p:cNvPr id="56" name="สี่เหลี่ยมผืนผ้า 55">
            <a:extLst>
              <a:ext uri="{FF2B5EF4-FFF2-40B4-BE49-F238E27FC236}">
                <a16:creationId xmlns:a16="http://schemas.microsoft.com/office/drawing/2014/main" id="{215C07F9-08C4-B838-1738-5D9A962DF40B}"/>
              </a:ext>
            </a:extLst>
          </p:cNvPr>
          <p:cNvSpPr/>
          <p:nvPr/>
        </p:nvSpPr>
        <p:spPr>
          <a:xfrm>
            <a:off x="3335867" y="5346697"/>
            <a:ext cx="1388531" cy="491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cxnSp>
        <p:nvCxnSpPr>
          <p:cNvPr id="58" name="ตัวเชื่อมต่อ: หักมุม 57">
            <a:extLst>
              <a:ext uri="{FF2B5EF4-FFF2-40B4-BE49-F238E27FC236}">
                <a16:creationId xmlns:a16="http://schemas.microsoft.com/office/drawing/2014/main" id="{DD666C9B-E7AE-F163-BF14-DC7E2BD2E09B}"/>
              </a:ext>
            </a:extLst>
          </p:cNvPr>
          <p:cNvCxnSpPr>
            <a:stCxn id="22" idx="1"/>
            <a:endCxn id="56" idx="0"/>
          </p:cNvCxnSpPr>
          <p:nvPr/>
        </p:nvCxnSpPr>
        <p:spPr>
          <a:xfrm rot="10800000" flipV="1">
            <a:off x="4030134" y="4889495"/>
            <a:ext cx="1075265" cy="4572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ตัวเชื่อมต่อ: หักมุม 59">
            <a:extLst>
              <a:ext uri="{FF2B5EF4-FFF2-40B4-BE49-F238E27FC236}">
                <a16:creationId xmlns:a16="http://schemas.microsoft.com/office/drawing/2014/main" id="{BB76D3DA-D263-649F-69AA-E9DD840C9625}"/>
              </a:ext>
            </a:extLst>
          </p:cNvPr>
          <p:cNvCxnSpPr>
            <a:stCxn id="56" idx="2"/>
            <a:endCxn id="55" idx="1"/>
          </p:cNvCxnSpPr>
          <p:nvPr/>
        </p:nvCxnSpPr>
        <p:spPr>
          <a:xfrm rot="16200000" flipH="1">
            <a:off x="4142246" y="5725651"/>
            <a:ext cx="584197" cy="8084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ตัวเชื่อมต่อตรง 66">
            <a:extLst>
              <a:ext uri="{FF2B5EF4-FFF2-40B4-BE49-F238E27FC236}">
                <a16:creationId xmlns:a16="http://schemas.microsoft.com/office/drawing/2014/main" id="{E755ADF1-552D-91EF-41AF-DF5285431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991601" y="2976032"/>
            <a:ext cx="4317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ตัวเชื่อมต่อตรง 68">
            <a:extLst>
              <a:ext uri="{FF2B5EF4-FFF2-40B4-BE49-F238E27FC236}">
                <a16:creationId xmlns:a16="http://schemas.microsoft.com/office/drawing/2014/main" id="{248D6290-431C-3F3A-E939-7B4E368BA0D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9304867" y="3911595"/>
            <a:ext cx="1185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ตัวเชื่อมต่อตรง 70">
            <a:extLst>
              <a:ext uri="{FF2B5EF4-FFF2-40B4-BE49-F238E27FC236}">
                <a16:creationId xmlns:a16="http://schemas.microsoft.com/office/drawing/2014/main" id="{CC6C1608-85C0-3684-1816-60E75E8FC9DD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8767234" y="4889495"/>
            <a:ext cx="6561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ตัวเชื่อมต่อ: หักมุม 72">
            <a:extLst>
              <a:ext uri="{FF2B5EF4-FFF2-40B4-BE49-F238E27FC236}">
                <a16:creationId xmlns:a16="http://schemas.microsoft.com/office/drawing/2014/main" id="{4AF9D4D2-9009-B7F4-1C9D-C8F5C15F28AA}"/>
              </a:ext>
            </a:extLst>
          </p:cNvPr>
          <p:cNvCxnSpPr>
            <a:stCxn id="31" idx="3"/>
            <a:endCxn id="55" idx="3"/>
          </p:cNvCxnSpPr>
          <p:nvPr/>
        </p:nvCxnSpPr>
        <p:spPr>
          <a:xfrm flipH="1">
            <a:off x="6447505" y="2095498"/>
            <a:ext cx="2781147" cy="4326464"/>
          </a:xfrm>
          <a:prstGeom prst="bentConnector3">
            <a:avLst>
              <a:gd name="adj1" fmla="val -7002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8555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74</Words>
  <Application>Microsoft Office PowerPoint</Application>
  <PresentationFormat>แบบจอกว้าง</PresentationFormat>
  <Paragraphs>32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ธีมของ Office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 Aspire</dc:creator>
  <cp:lastModifiedBy>Acer Aspire</cp:lastModifiedBy>
  <cp:revision>5</cp:revision>
  <dcterms:created xsi:type="dcterms:W3CDTF">2026-09-29T05:18:57Z</dcterms:created>
  <dcterms:modified xsi:type="dcterms:W3CDTF">2026-10-22T11:26:37Z</dcterms:modified>
</cp:coreProperties>
</file>